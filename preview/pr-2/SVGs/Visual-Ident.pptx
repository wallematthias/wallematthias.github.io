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4417675" cy="21786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94658"/>
  </p:normalViewPr>
  <p:slideViewPr>
    <p:cSldViewPr snapToGrid="0">
      <p:cViewPr>
        <p:scale>
          <a:sx n="103" d="100"/>
          <a:sy n="103" d="100"/>
        </p:scale>
        <p:origin x="208" y="-4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1326" y="3565581"/>
            <a:ext cx="12255024" cy="7585051"/>
          </a:xfrm>
        </p:spPr>
        <p:txBody>
          <a:bodyPr anchor="b"/>
          <a:lstStyle>
            <a:lvl1pPr algn="ctr">
              <a:defRPr sz="94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2210" y="11443141"/>
            <a:ext cx="10813256" cy="5260111"/>
          </a:xfrm>
        </p:spPr>
        <p:txBody>
          <a:bodyPr/>
          <a:lstStyle>
            <a:lvl1pPr marL="0" indent="0" algn="ctr">
              <a:buNone/>
              <a:defRPr sz="3784"/>
            </a:lvl1pPr>
            <a:lvl2pPr marL="720867" indent="0" algn="ctr">
              <a:buNone/>
              <a:defRPr sz="3153"/>
            </a:lvl2pPr>
            <a:lvl3pPr marL="1441734" indent="0" algn="ctr">
              <a:buNone/>
              <a:defRPr sz="2838"/>
            </a:lvl3pPr>
            <a:lvl4pPr marL="2162602" indent="0" algn="ctr">
              <a:buNone/>
              <a:defRPr sz="2523"/>
            </a:lvl4pPr>
            <a:lvl5pPr marL="2883469" indent="0" algn="ctr">
              <a:buNone/>
              <a:defRPr sz="2523"/>
            </a:lvl5pPr>
            <a:lvl6pPr marL="3604336" indent="0" algn="ctr">
              <a:buNone/>
              <a:defRPr sz="2523"/>
            </a:lvl6pPr>
            <a:lvl7pPr marL="4325203" indent="0" algn="ctr">
              <a:buNone/>
              <a:defRPr sz="2523"/>
            </a:lvl7pPr>
            <a:lvl8pPr marL="5046071" indent="0" algn="ctr">
              <a:buNone/>
              <a:defRPr sz="2523"/>
            </a:lvl8pPr>
            <a:lvl9pPr marL="5766938" indent="0" algn="ctr">
              <a:buNone/>
              <a:defRPr sz="25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9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8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707" y="5431589"/>
            <a:ext cx="12435245" cy="9062723"/>
          </a:xfrm>
        </p:spPr>
        <p:txBody>
          <a:bodyPr anchor="b"/>
          <a:lstStyle>
            <a:lvl1pPr>
              <a:defRPr sz="94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3707" y="14580049"/>
            <a:ext cx="12435245" cy="4765872"/>
          </a:xfrm>
        </p:spPr>
        <p:txBody>
          <a:bodyPr/>
          <a:lstStyle>
            <a:lvl1pPr marL="0" indent="0">
              <a:buNone/>
              <a:defRPr sz="3784">
                <a:solidFill>
                  <a:schemeClr val="tx1">
                    <a:tint val="82000"/>
                  </a:schemeClr>
                </a:solidFill>
              </a:defRPr>
            </a:lvl1pPr>
            <a:lvl2pPr marL="720867" indent="0">
              <a:buNone/>
              <a:defRPr sz="3153">
                <a:solidFill>
                  <a:schemeClr val="tx1">
                    <a:tint val="82000"/>
                  </a:schemeClr>
                </a:solidFill>
              </a:defRPr>
            </a:lvl2pPr>
            <a:lvl3pPr marL="1441734" indent="0">
              <a:buNone/>
              <a:defRPr sz="2838">
                <a:solidFill>
                  <a:schemeClr val="tx1">
                    <a:tint val="82000"/>
                  </a:schemeClr>
                </a:solidFill>
              </a:defRPr>
            </a:lvl3pPr>
            <a:lvl4pPr marL="2162602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4pPr>
            <a:lvl5pPr marL="2883469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5pPr>
            <a:lvl6pPr marL="3604336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6pPr>
            <a:lvl7pPr marL="4325203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7pPr>
            <a:lvl8pPr marL="5046071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8pPr>
            <a:lvl9pPr marL="5766938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8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1215" y="5799740"/>
            <a:ext cx="6127512" cy="1382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8948" y="5799740"/>
            <a:ext cx="6127512" cy="1382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9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093" y="1159953"/>
            <a:ext cx="12435245" cy="4211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095" y="5340806"/>
            <a:ext cx="6099351" cy="2617446"/>
          </a:xfrm>
        </p:spPr>
        <p:txBody>
          <a:bodyPr anchor="b"/>
          <a:lstStyle>
            <a:lvl1pPr marL="0" indent="0">
              <a:buNone/>
              <a:defRPr sz="3784" b="1"/>
            </a:lvl1pPr>
            <a:lvl2pPr marL="720867" indent="0">
              <a:buNone/>
              <a:defRPr sz="3153" b="1"/>
            </a:lvl2pPr>
            <a:lvl3pPr marL="1441734" indent="0">
              <a:buNone/>
              <a:defRPr sz="2838" b="1"/>
            </a:lvl3pPr>
            <a:lvl4pPr marL="2162602" indent="0">
              <a:buNone/>
              <a:defRPr sz="2523" b="1"/>
            </a:lvl4pPr>
            <a:lvl5pPr marL="2883469" indent="0">
              <a:buNone/>
              <a:defRPr sz="2523" b="1"/>
            </a:lvl5pPr>
            <a:lvl6pPr marL="3604336" indent="0">
              <a:buNone/>
              <a:defRPr sz="2523" b="1"/>
            </a:lvl6pPr>
            <a:lvl7pPr marL="4325203" indent="0">
              <a:buNone/>
              <a:defRPr sz="2523" b="1"/>
            </a:lvl7pPr>
            <a:lvl8pPr marL="5046071" indent="0">
              <a:buNone/>
              <a:defRPr sz="2523" b="1"/>
            </a:lvl8pPr>
            <a:lvl9pPr marL="5766938" indent="0">
              <a:buNone/>
              <a:defRPr sz="25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3095" y="7958252"/>
            <a:ext cx="6099351" cy="11705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8949" y="5340806"/>
            <a:ext cx="6129390" cy="2617446"/>
          </a:xfrm>
        </p:spPr>
        <p:txBody>
          <a:bodyPr anchor="b"/>
          <a:lstStyle>
            <a:lvl1pPr marL="0" indent="0">
              <a:buNone/>
              <a:defRPr sz="3784" b="1"/>
            </a:lvl1pPr>
            <a:lvl2pPr marL="720867" indent="0">
              <a:buNone/>
              <a:defRPr sz="3153" b="1"/>
            </a:lvl2pPr>
            <a:lvl3pPr marL="1441734" indent="0">
              <a:buNone/>
              <a:defRPr sz="2838" b="1"/>
            </a:lvl3pPr>
            <a:lvl4pPr marL="2162602" indent="0">
              <a:buNone/>
              <a:defRPr sz="2523" b="1"/>
            </a:lvl4pPr>
            <a:lvl5pPr marL="2883469" indent="0">
              <a:buNone/>
              <a:defRPr sz="2523" b="1"/>
            </a:lvl5pPr>
            <a:lvl6pPr marL="3604336" indent="0">
              <a:buNone/>
              <a:defRPr sz="2523" b="1"/>
            </a:lvl6pPr>
            <a:lvl7pPr marL="4325203" indent="0">
              <a:buNone/>
              <a:defRPr sz="2523" b="1"/>
            </a:lvl7pPr>
            <a:lvl8pPr marL="5046071" indent="0">
              <a:buNone/>
              <a:defRPr sz="2523" b="1"/>
            </a:lvl8pPr>
            <a:lvl9pPr marL="5766938" indent="0">
              <a:buNone/>
              <a:defRPr sz="25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8949" y="7958252"/>
            <a:ext cx="6129390" cy="11705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2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3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84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093" y="1452457"/>
            <a:ext cx="4650075" cy="5083598"/>
          </a:xfrm>
        </p:spPr>
        <p:txBody>
          <a:bodyPr anchor="b"/>
          <a:lstStyle>
            <a:lvl1pPr>
              <a:defRPr sz="50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9390" y="3136908"/>
            <a:ext cx="7298948" cy="15482785"/>
          </a:xfrm>
        </p:spPr>
        <p:txBody>
          <a:bodyPr/>
          <a:lstStyle>
            <a:lvl1pPr>
              <a:defRPr sz="5045"/>
            </a:lvl1pPr>
            <a:lvl2pPr>
              <a:defRPr sz="4415"/>
            </a:lvl2pPr>
            <a:lvl3pPr>
              <a:defRPr sz="3784"/>
            </a:lvl3pPr>
            <a:lvl4pPr>
              <a:defRPr sz="3153"/>
            </a:lvl4pPr>
            <a:lvl5pPr>
              <a:defRPr sz="3153"/>
            </a:lvl5pPr>
            <a:lvl6pPr>
              <a:defRPr sz="3153"/>
            </a:lvl6pPr>
            <a:lvl7pPr>
              <a:defRPr sz="3153"/>
            </a:lvl7pPr>
            <a:lvl8pPr>
              <a:defRPr sz="3153"/>
            </a:lvl8pPr>
            <a:lvl9pPr>
              <a:defRPr sz="31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3093" y="6536055"/>
            <a:ext cx="4650075" cy="12108850"/>
          </a:xfrm>
        </p:spPr>
        <p:txBody>
          <a:bodyPr/>
          <a:lstStyle>
            <a:lvl1pPr marL="0" indent="0">
              <a:buNone/>
              <a:defRPr sz="2523"/>
            </a:lvl1pPr>
            <a:lvl2pPr marL="720867" indent="0">
              <a:buNone/>
              <a:defRPr sz="2207"/>
            </a:lvl2pPr>
            <a:lvl3pPr marL="1441734" indent="0">
              <a:buNone/>
              <a:defRPr sz="1892"/>
            </a:lvl3pPr>
            <a:lvl4pPr marL="2162602" indent="0">
              <a:buNone/>
              <a:defRPr sz="1577"/>
            </a:lvl4pPr>
            <a:lvl5pPr marL="2883469" indent="0">
              <a:buNone/>
              <a:defRPr sz="1577"/>
            </a:lvl5pPr>
            <a:lvl6pPr marL="3604336" indent="0">
              <a:buNone/>
              <a:defRPr sz="1577"/>
            </a:lvl6pPr>
            <a:lvl7pPr marL="4325203" indent="0">
              <a:buNone/>
              <a:defRPr sz="1577"/>
            </a:lvl7pPr>
            <a:lvl8pPr marL="5046071" indent="0">
              <a:buNone/>
              <a:defRPr sz="1577"/>
            </a:lvl8pPr>
            <a:lvl9pPr marL="5766938" indent="0">
              <a:buNone/>
              <a:defRPr sz="1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3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093" y="1452457"/>
            <a:ext cx="4650075" cy="5083598"/>
          </a:xfrm>
        </p:spPr>
        <p:txBody>
          <a:bodyPr anchor="b"/>
          <a:lstStyle>
            <a:lvl1pPr>
              <a:defRPr sz="50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9390" y="3136908"/>
            <a:ext cx="7298948" cy="15482785"/>
          </a:xfrm>
        </p:spPr>
        <p:txBody>
          <a:bodyPr anchor="t"/>
          <a:lstStyle>
            <a:lvl1pPr marL="0" indent="0">
              <a:buNone/>
              <a:defRPr sz="5045"/>
            </a:lvl1pPr>
            <a:lvl2pPr marL="720867" indent="0">
              <a:buNone/>
              <a:defRPr sz="4415"/>
            </a:lvl2pPr>
            <a:lvl3pPr marL="1441734" indent="0">
              <a:buNone/>
              <a:defRPr sz="3784"/>
            </a:lvl3pPr>
            <a:lvl4pPr marL="2162602" indent="0">
              <a:buNone/>
              <a:defRPr sz="3153"/>
            </a:lvl4pPr>
            <a:lvl5pPr marL="2883469" indent="0">
              <a:buNone/>
              <a:defRPr sz="3153"/>
            </a:lvl5pPr>
            <a:lvl6pPr marL="3604336" indent="0">
              <a:buNone/>
              <a:defRPr sz="3153"/>
            </a:lvl6pPr>
            <a:lvl7pPr marL="4325203" indent="0">
              <a:buNone/>
              <a:defRPr sz="3153"/>
            </a:lvl7pPr>
            <a:lvl8pPr marL="5046071" indent="0">
              <a:buNone/>
              <a:defRPr sz="3153"/>
            </a:lvl8pPr>
            <a:lvl9pPr marL="5766938" indent="0">
              <a:buNone/>
              <a:defRPr sz="31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3093" y="6536055"/>
            <a:ext cx="4650075" cy="12108850"/>
          </a:xfrm>
        </p:spPr>
        <p:txBody>
          <a:bodyPr/>
          <a:lstStyle>
            <a:lvl1pPr marL="0" indent="0">
              <a:buNone/>
              <a:defRPr sz="2523"/>
            </a:lvl1pPr>
            <a:lvl2pPr marL="720867" indent="0">
              <a:buNone/>
              <a:defRPr sz="2207"/>
            </a:lvl2pPr>
            <a:lvl3pPr marL="1441734" indent="0">
              <a:buNone/>
              <a:defRPr sz="1892"/>
            </a:lvl3pPr>
            <a:lvl4pPr marL="2162602" indent="0">
              <a:buNone/>
              <a:defRPr sz="1577"/>
            </a:lvl4pPr>
            <a:lvl5pPr marL="2883469" indent="0">
              <a:buNone/>
              <a:defRPr sz="1577"/>
            </a:lvl5pPr>
            <a:lvl6pPr marL="3604336" indent="0">
              <a:buNone/>
              <a:defRPr sz="1577"/>
            </a:lvl6pPr>
            <a:lvl7pPr marL="4325203" indent="0">
              <a:buNone/>
              <a:defRPr sz="1577"/>
            </a:lvl7pPr>
            <a:lvl8pPr marL="5046071" indent="0">
              <a:buNone/>
              <a:defRPr sz="1577"/>
            </a:lvl8pPr>
            <a:lvl9pPr marL="5766938" indent="0">
              <a:buNone/>
              <a:defRPr sz="1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9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6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17650" y="1159948"/>
            <a:ext cx="3108811" cy="184633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1216" y="1159948"/>
            <a:ext cx="9146213" cy="1846334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3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1215" y="1159953"/>
            <a:ext cx="12435245" cy="4211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215" y="5799740"/>
            <a:ext cx="12435245" cy="13823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1215" y="20193187"/>
            <a:ext cx="3243977" cy="11599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F55A9-CD03-BD4F-9646-81F5DC81C21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5855" y="20193187"/>
            <a:ext cx="4865965" cy="11599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82483" y="20193187"/>
            <a:ext cx="3243977" cy="11599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12536-B1E0-C44F-BA01-820CDDF4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0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41734" rtl="0" eaLnBrk="1" latinLnBrk="0" hangingPunct="1">
        <a:lnSpc>
          <a:spcPct val="90000"/>
        </a:lnSpc>
        <a:spcBef>
          <a:spcPct val="0"/>
        </a:spcBef>
        <a:buNone/>
        <a:defRPr sz="69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434" indent="-360434" algn="l" defTabSz="1441734" rtl="0" eaLnBrk="1" latinLnBrk="0" hangingPunct="1">
        <a:lnSpc>
          <a:spcPct val="90000"/>
        </a:lnSpc>
        <a:spcBef>
          <a:spcPts val="1577"/>
        </a:spcBef>
        <a:buFont typeface="Arial" panose="020B0604020202020204" pitchFamily="34" charset="0"/>
        <a:buChar char="•"/>
        <a:defRPr sz="4415" kern="1200">
          <a:solidFill>
            <a:schemeClr val="tx1"/>
          </a:solidFill>
          <a:latin typeface="+mn-lt"/>
          <a:ea typeface="+mn-ea"/>
          <a:cs typeface="+mn-cs"/>
        </a:defRPr>
      </a:lvl1pPr>
      <a:lvl2pPr marL="1081301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3784" kern="1200">
          <a:solidFill>
            <a:schemeClr val="tx1"/>
          </a:solidFill>
          <a:latin typeface="+mn-lt"/>
          <a:ea typeface="+mn-ea"/>
          <a:cs typeface="+mn-cs"/>
        </a:defRPr>
      </a:lvl2pPr>
      <a:lvl3pPr marL="1802168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3153" kern="1200">
          <a:solidFill>
            <a:schemeClr val="tx1"/>
          </a:solidFill>
          <a:latin typeface="+mn-lt"/>
          <a:ea typeface="+mn-ea"/>
          <a:cs typeface="+mn-cs"/>
        </a:defRPr>
      </a:lvl3pPr>
      <a:lvl4pPr marL="2523035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4pPr>
      <a:lvl5pPr marL="3243903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5pPr>
      <a:lvl6pPr marL="3964770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6pPr>
      <a:lvl7pPr marL="4685637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7pPr>
      <a:lvl8pPr marL="5406504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8pPr>
      <a:lvl9pPr marL="6127372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1pPr>
      <a:lvl2pPr marL="720867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2pPr>
      <a:lvl3pPr marL="1441734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3pPr>
      <a:lvl4pPr marL="2162602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4pPr>
      <a:lvl5pPr marL="2883469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5pPr>
      <a:lvl6pPr marL="3604336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6pPr>
      <a:lvl7pPr marL="4325203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7pPr>
      <a:lvl8pPr marL="5046071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8pPr>
      <a:lvl9pPr marL="5766938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B4D4589-92DA-A6AC-4322-21910F6B29A8}"/>
              </a:ext>
            </a:extLst>
          </p:cNvPr>
          <p:cNvGrpSpPr/>
          <p:nvPr/>
        </p:nvGrpSpPr>
        <p:grpSpPr>
          <a:xfrm>
            <a:off x="4574168" y="14977226"/>
            <a:ext cx="5269339" cy="5269339"/>
            <a:chOff x="8318820" y="2189910"/>
            <a:chExt cx="3352800" cy="33528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9BA408-D189-41F0-443E-9FF4B3BA0AFC}"/>
                </a:ext>
              </a:extLst>
            </p:cNvPr>
            <p:cNvSpPr/>
            <p:nvPr/>
          </p:nvSpPr>
          <p:spPr>
            <a:xfrm>
              <a:off x="8318820" y="2189910"/>
              <a:ext cx="3352800" cy="3352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44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0A0D4F4-B9A5-87A0-35BF-AEE099774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rcRect l="27751" t="22973" r="26707" b="28673"/>
            <a:stretch>
              <a:fillRect/>
            </a:stretch>
          </p:blipFill>
          <p:spPr>
            <a:xfrm>
              <a:off x="9373214" y="2875708"/>
              <a:ext cx="1244013" cy="1981205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799A5DE6-601A-6839-08B2-9B313621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51" t="22973" r="26707" b="28673"/>
          <a:stretch>
            <a:fillRect/>
          </a:stretch>
        </p:blipFill>
        <p:spPr>
          <a:xfrm>
            <a:off x="1372544" y="8812053"/>
            <a:ext cx="2232583" cy="355559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3513F1F-FA24-DEAC-7490-484AA5B62B49}"/>
              </a:ext>
            </a:extLst>
          </p:cNvPr>
          <p:cNvSpPr txBox="1"/>
          <p:nvPr/>
        </p:nvSpPr>
        <p:spPr>
          <a:xfrm>
            <a:off x="5442611" y="7834437"/>
            <a:ext cx="3330848" cy="967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85" dirty="0">
                <a:solidFill>
                  <a:schemeClr val="bg1">
                    <a:lumMod val="50000"/>
                  </a:schemeClr>
                </a:solidFill>
              </a:rPr>
              <a:t>Variations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EFE61EC-1FB0-C0BE-C5C9-C9D58174564E}"/>
              </a:ext>
            </a:extLst>
          </p:cNvPr>
          <p:cNvGrpSpPr/>
          <p:nvPr/>
        </p:nvGrpSpPr>
        <p:grpSpPr>
          <a:xfrm>
            <a:off x="3573061" y="1540288"/>
            <a:ext cx="7064819" cy="5783079"/>
            <a:chOff x="-519812" y="340850"/>
            <a:chExt cx="5245323" cy="4293687"/>
          </a:xfrm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A2FE3C-F64C-FFA6-967C-4C62C7FD1859}"/>
                </a:ext>
              </a:extLst>
            </p:cNvPr>
            <p:cNvSpPr/>
            <p:nvPr/>
          </p:nvSpPr>
          <p:spPr>
            <a:xfrm>
              <a:off x="2032552" y="1798872"/>
              <a:ext cx="253390" cy="361693"/>
            </a:xfrm>
            <a:custGeom>
              <a:avLst/>
              <a:gdLst>
                <a:gd name="csX0" fmla="*/ 0 w 253390"/>
                <a:gd name="csY0" fmla="*/ 0 h 361693"/>
                <a:gd name="csX1" fmla="*/ 253390 w 253390"/>
                <a:gd name="csY1" fmla="*/ 0 h 361693"/>
                <a:gd name="csX2" fmla="*/ 253390 w 253390"/>
                <a:gd name="csY2" fmla="*/ 361693 h 361693"/>
                <a:gd name="csX3" fmla="*/ 126695 w 253390"/>
                <a:gd name="csY3" fmla="*/ 355295 h 361693"/>
                <a:gd name="csX4" fmla="*/ 0 w 253390"/>
                <a:gd name="csY4" fmla="*/ 361693 h 361693"/>
                <a:gd name="csX5" fmla="*/ 0 w 253390"/>
                <a:gd name="csY5" fmla="*/ 0 h 361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3390" h="361693">
                  <a:moveTo>
                    <a:pt x="0" y="0"/>
                  </a:moveTo>
                  <a:lnTo>
                    <a:pt x="253390" y="0"/>
                  </a:lnTo>
                  <a:lnTo>
                    <a:pt x="253390" y="361693"/>
                  </a:lnTo>
                  <a:lnTo>
                    <a:pt x="126695" y="355295"/>
                  </a:lnTo>
                  <a:lnTo>
                    <a:pt x="0" y="361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3364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CD70D4E-9852-FDAE-26FD-DF6C9B6C4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751" t="22973" r="26707" b="28673"/>
            <a:stretch>
              <a:fillRect/>
            </a:stretch>
          </p:blipFill>
          <p:spPr>
            <a:xfrm>
              <a:off x="1118153" y="519643"/>
              <a:ext cx="2082188" cy="3316077"/>
            </a:xfrm>
            <a:prstGeom prst="rect">
              <a:avLst/>
            </a:prstGeom>
          </p:spPr>
        </p:pic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23E6AF21-18BF-16E9-CBF7-C018DD907F0D}"/>
                </a:ext>
              </a:extLst>
            </p:cNvPr>
            <p:cNvSpPr/>
            <p:nvPr/>
          </p:nvSpPr>
          <p:spPr>
            <a:xfrm rot="5400000">
              <a:off x="520380" y="340851"/>
              <a:ext cx="3277735" cy="3277735"/>
            </a:xfrm>
            <a:prstGeom prst="arc">
              <a:avLst>
                <a:gd name="adj1" fmla="val 11014654"/>
                <a:gd name="adj2" fmla="val 20004792"/>
              </a:avLst>
            </a:prstGeom>
            <a:ln w="76200">
              <a:solidFill>
                <a:srgbClr val="0024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3364"/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80B51B4A-0F1F-2252-4AE3-6BBE22CE8E8F}"/>
                </a:ext>
              </a:extLst>
            </p:cNvPr>
            <p:cNvSpPr/>
            <p:nvPr/>
          </p:nvSpPr>
          <p:spPr>
            <a:xfrm rot="16200000">
              <a:off x="520380" y="340850"/>
              <a:ext cx="3277735" cy="3277735"/>
            </a:xfrm>
            <a:prstGeom prst="arc">
              <a:avLst>
                <a:gd name="adj1" fmla="val 12435039"/>
                <a:gd name="adj2" fmla="val 21459754"/>
              </a:avLst>
            </a:prstGeom>
            <a:ln w="76200">
              <a:solidFill>
                <a:srgbClr val="0024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3364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3DDA3A-5098-B1DE-3E9C-D849B4106EF5}"/>
                </a:ext>
              </a:extLst>
            </p:cNvPr>
            <p:cNvSpPr txBox="1"/>
            <p:nvPr/>
          </p:nvSpPr>
          <p:spPr>
            <a:xfrm>
              <a:off x="-519812" y="3797377"/>
              <a:ext cx="5245323" cy="837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27" b="1" dirty="0">
                  <a:solidFill>
                    <a:srgbClr val="002466"/>
                  </a:solidFill>
                </a:rPr>
                <a:t>MATTHIAS WALLE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2122F44-14C4-C021-7BBD-D3F9A6D0AB87}"/>
              </a:ext>
            </a:extLst>
          </p:cNvPr>
          <p:cNvGrpSpPr/>
          <p:nvPr/>
        </p:nvGrpSpPr>
        <p:grpSpPr>
          <a:xfrm>
            <a:off x="5011581" y="9210025"/>
            <a:ext cx="7861725" cy="3366805"/>
            <a:chOff x="-4244351" y="4059353"/>
            <a:chExt cx="5228322" cy="223904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BCB9FBF-5942-F2BD-23C8-17405A815606}"/>
                </a:ext>
              </a:extLst>
            </p:cNvPr>
            <p:cNvGrpSpPr/>
            <p:nvPr/>
          </p:nvGrpSpPr>
          <p:grpSpPr>
            <a:xfrm>
              <a:off x="-4244351" y="4059356"/>
              <a:ext cx="5228322" cy="2239040"/>
              <a:chOff x="520380" y="340850"/>
              <a:chExt cx="8160771" cy="3494870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BAD815DB-4E3B-6AA7-5F6D-299283896AD8}"/>
                  </a:ext>
                </a:extLst>
              </p:cNvPr>
              <p:cNvSpPr/>
              <p:nvPr/>
            </p:nvSpPr>
            <p:spPr>
              <a:xfrm>
                <a:off x="2032552" y="1798872"/>
                <a:ext cx="253390" cy="361693"/>
              </a:xfrm>
              <a:custGeom>
                <a:avLst/>
                <a:gdLst>
                  <a:gd name="csX0" fmla="*/ 0 w 253390"/>
                  <a:gd name="csY0" fmla="*/ 0 h 361693"/>
                  <a:gd name="csX1" fmla="*/ 253390 w 253390"/>
                  <a:gd name="csY1" fmla="*/ 0 h 361693"/>
                  <a:gd name="csX2" fmla="*/ 253390 w 253390"/>
                  <a:gd name="csY2" fmla="*/ 361693 h 361693"/>
                  <a:gd name="csX3" fmla="*/ 126695 w 253390"/>
                  <a:gd name="csY3" fmla="*/ 355295 h 361693"/>
                  <a:gd name="csX4" fmla="*/ 0 w 253390"/>
                  <a:gd name="csY4" fmla="*/ 361693 h 361693"/>
                  <a:gd name="csX5" fmla="*/ 0 w 253390"/>
                  <a:gd name="csY5" fmla="*/ 0 h 361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253390" h="361693">
                    <a:moveTo>
                      <a:pt x="0" y="0"/>
                    </a:moveTo>
                    <a:lnTo>
                      <a:pt x="253390" y="0"/>
                    </a:lnTo>
                    <a:lnTo>
                      <a:pt x="253390" y="361693"/>
                    </a:lnTo>
                    <a:lnTo>
                      <a:pt x="126695" y="355295"/>
                    </a:lnTo>
                    <a:lnTo>
                      <a:pt x="0" y="361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3364"/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BF9FF73-C994-4406-33A5-70430013E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7751" t="22973" r="26707" b="28673"/>
              <a:stretch>
                <a:fillRect/>
              </a:stretch>
            </p:blipFill>
            <p:spPr>
              <a:xfrm>
                <a:off x="1118153" y="519643"/>
                <a:ext cx="2082188" cy="3316077"/>
              </a:xfrm>
              <a:prstGeom prst="rect">
                <a:avLst/>
              </a:prstGeom>
            </p:spPr>
          </p:pic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FA64EC4E-206E-B502-6C54-9919B18B4BE7}"/>
                  </a:ext>
                </a:extLst>
              </p:cNvPr>
              <p:cNvSpPr/>
              <p:nvPr/>
            </p:nvSpPr>
            <p:spPr>
              <a:xfrm rot="5400000">
                <a:off x="520380" y="340851"/>
                <a:ext cx="3277735" cy="3277735"/>
              </a:xfrm>
              <a:prstGeom prst="arc">
                <a:avLst>
                  <a:gd name="adj1" fmla="val 11014654"/>
                  <a:gd name="adj2" fmla="val 15261200"/>
                </a:avLst>
              </a:prstGeom>
              <a:ln w="76200">
                <a:solidFill>
                  <a:srgbClr val="00246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364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92CD0533-5DBC-35AB-8638-F52CE2D9F0DA}"/>
                  </a:ext>
                </a:extLst>
              </p:cNvPr>
              <p:cNvSpPr/>
              <p:nvPr/>
            </p:nvSpPr>
            <p:spPr>
              <a:xfrm rot="16200000">
                <a:off x="520380" y="340850"/>
                <a:ext cx="3277735" cy="3277735"/>
              </a:xfrm>
              <a:prstGeom prst="arc">
                <a:avLst>
                  <a:gd name="adj1" fmla="val 12435039"/>
                  <a:gd name="adj2" fmla="val 21459754"/>
                </a:avLst>
              </a:prstGeom>
              <a:ln w="76200">
                <a:solidFill>
                  <a:srgbClr val="00246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364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64D958-BDEF-AB24-7FF2-761B094314C2}"/>
                  </a:ext>
                </a:extLst>
              </p:cNvPr>
              <p:cNvSpPr txBox="1"/>
              <p:nvPr/>
            </p:nvSpPr>
            <p:spPr>
              <a:xfrm>
                <a:off x="3132649" y="1584543"/>
                <a:ext cx="5548502" cy="9018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46" b="1" dirty="0">
                    <a:solidFill>
                      <a:srgbClr val="002466"/>
                    </a:solidFill>
                  </a:rPr>
                  <a:t>MATTHIAS WALLE</a:t>
                </a:r>
              </a:p>
            </p:txBody>
          </p:sp>
        </p:grp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2B443B40-55B1-DC8E-C242-25694F4E695F}"/>
                </a:ext>
              </a:extLst>
            </p:cNvPr>
            <p:cNvSpPr/>
            <p:nvPr/>
          </p:nvSpPr>
          <p:spPr>
            <a:xfrm rot="5400000">
              <a:off x="-4244351" y="4059353"/>
              <a:ext cx="2099929" cy="2099930"/>
            </a:xfrm>
            <a:prstGeom prst="arc">
              <a:avLst>
                <a:gd name="adj1" fmla="val 17480185"/>
                <a:gd name="adj2" fmla="val 19591981"/>
              </a:avLst>
            </a:prstGeom>
            <a:ln w="76200">
              <a:solidFill>
                <a:srgbClr val="0024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3364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46333CA-ADD6-2493-C803-D1CBBE346B32}"/>
              </a:ext>
            </a:extLst>
          </p:cNvPr>
          <p:cNvSpPr txBox="1"/>
          <p:nvPr/>
        </p:nvSpPr>
        <p:spPr>
          <a:xfrm>
            <a:off x="5119091" y="13492605"/>
            <a:ext cx="3980577" cy="967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85" dirty="0">
                <a:solidFill>
                  <a:schemeClr val="bg1">
                    <a:lumMod val="50000"/>
                  </a:schemeClr>
                </a:solidFill>
              </a:rPr>
              <a:t>Placeholder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CA20D31-9C98-A832-4D86-A0BE0F988770}"/>
              </a:ext>
            </a:extLst>
          </p:cNvPr>
          <p:cNvCxnSpPr>
            <a:stCxn id="44" idx="3"/>
          </p:cNvCxnSpPr>
          <p:nvPr/>
        </p:nvCxnSpPr>
        <p:spPr>
          <a:xfrm>
            <a:off x="9099668" y="13976199"/>
            <a:ext cx="4637173" cy="50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C84098D-2D25-EA70-DBBD-2089B1CB247A}"/>
              </a:ext>
            </a:extLst>
          </p:cNvPr>
          <p:cNvCxnSpPr/>
          <p:nvPr/>
        </p:nvCxnSpPr>
        <p:spPr>
          <a:xfrm>
            <a:off x="573327" y="14027091"/>
            <a:ext cx="44382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928790-5A8A-96CC-EE64-16E93B4B51FA}"/>
              </a:ext>
            </a:extLst>
          </p:cNvPr>
          <p:cNvCxnSpPr/>
          <p:nvPr/>
        </p:nvCxnSpPr>
        <p:spPr>
          <a:xfrm>
            <a:off x="680837" y="8380169"/>
            <a:ext cx="44382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E330FC-C054-108E-7379-83D1DAA9E1A9}"/>
              </a:ext>
            </a:extLst>
          </p:cNvPr>
          <p:cNvCxnSpPr/>
          <p:nvPr/>
        </p:nvCxnSpPr>
        <p:spPr>
          <a:xfrm>
            <a:off x="8975064" y="8380169"/>
            <a:ext cx="44382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45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6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Matthias Walle</dc:creator>
  <cp:lastModifiedBy>Matthias Walle</cp:lastModifiedBy>
  <cp:revision>4</cp:revision>
  <dcterms:created xsi:type="dcterms:W3CDTF">2026-03-17T17:13:47Z</dcterms:created>
  <dcterms:modified xsi:type="dcterms:W3CDTF">2026-03-17T17:41:29Z</dcterms:modified>
</cp:coreProperties>
</file>